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0"/>
  </p:normalViewPr>
  <p:slideViewPr>
    <p:cSldViewPr snapToGrid="0">
      <p:cViewPr varScale="1">
        <p:scale>
          <a:sx n="91" d="100"/>
          <a:sy n="91" d="100"/>
        </p:scale>
        <p:origin x="19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1772-5587-D20C-85AF-324A191B9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BA069-6BED-CEB0-DA76-73972E197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1837-0ECB-3A38-77D5-CDAB8DB4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B3C59-7E47-5990-9546-6657F42C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1B1AB-4157-78C7-54D0-500FC819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2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821F-2EB2-6656-33C8-7AC0CBEF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BBD12-87F4-20FD-4314-1F65EA8F5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E21DF-3F4E-3F07-4B29-FFF3E90C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DE4C2-D6F2-F334-0E5A-1BE20647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74512-5755-CC6F-7E0B-1A7E140B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3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330A-5971-8792-A1E3-89307C5C5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3B4AA-F897-56F0-0ED1-C6EE4B269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E531-AAC0-361A-3B6A-6B8E4FC0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15D4E-ECE5-8D32-29B5-135D7D69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4E272-13DA-42A1-4037-F3086FED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5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2E8C-073A-D2F6-6864-FFFC30BD1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C2F55-3BF5-F14A-370F-86D838591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B50AA-876A-45A7-1882-3ABB8887E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8916F-917C-85A6-7E0F-8648E6E7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BBAAF-4688-19E1-FA87-6C5E7A75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91A47-B81C-CEC4-AFBD-B4B25282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FA2E6-40F8-4D71-9978-FA99B8C5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DFFF9-2BCD-12D4-E031-A13A220EB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96ACB-91C4-B8CB-2036-9215E49DA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BB4173-4B34-4A23-3D0F-2E5FE4357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D33EF7-3817-7BD0-D393-F1C2A1D16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BC412-F0CA-18B2-1EDE-6CFEEC6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858B5-B810-8C0F-7AE7-79A946A1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1F778-970F-0F62-757F-639064AE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75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09F8-F7A2-8DA3-DE3B-6D73984A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E9543-20F1-66A1-7A3E-1BAA94A5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F2D80-C709-F816-9E0A-E94ECD8D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8DCE2-8682-2EE3-0C8C-C1C6A1FF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38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0F13F-22D1-589C-24D6-8B42C469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74C23-7FB0-C5BD-BE2E-12BF5E2B2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701F3-0C2C-429A-ADF2-4A3D6212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9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5B6AF-CBF3-252D-C63A-9635902C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ADCA2-5ED6-5289-3FE4-DE8C05F52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80DB8-5DF6-89C7-14D5-E74D8C41D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B041E-382D-6802-6AB9-60536B1D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D2757-46B5-0299-4BA1-8F1F1ADF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91337-0F3A-C954-82BD-3290FF0A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9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78BE-7D8D-8D85-A438-F74ED1E4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45444-660A-53E0-06A3-802BEA8BB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0620F-AF32-4675-F59C-C812FBF89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D804F-0961-FB5B-0511-C61CE0511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7D771-35FD-1F21-BA7C-0CCC022A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45DB3-857F-71F8-393C-CBF90D0F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7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EFF0-7AFF-F49D-0C0F-4DBC213B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9F8B5-D90F-CCB6-E736-78FA3BE4E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9B1AB-7E67-C4EA-5F3A-2043FA402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7233-C086-848F-CA7A-330754E27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C0E36-3EFA-F4B8-F8BA-C3ED9639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6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2832CF-1B40-EA26-7D63-C29B74CC5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E9010-DE9A-3B1C-7685-46060CF2A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4AE02-472E-4D8C-259F-88DA8EB4A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F0CA2-0ED8-4DE9-6CB4-1E2C3062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4FDF9-3210-40B3-7473-8A2F0139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8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ACE67-729C-D827-044C-1CA43643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0BCD5-2FEA-D1B4-6A0B-77CEC7FEF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9505D-EB0E-A14C-2612-DF0BA7354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97704-B220-D94B-A98E-D5F624BB8E3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A090C-F7A8-9166-8D6A-86BE44C2C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BE43D-69D0-912B-5E40-2604469C9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2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1D41-2315-AD38-86E2-B3C79A5FC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 5 Update – </a:t>
            </a:r>
            <a:r>
              <a:rPr lang="en-US" dirty="0" err="1"/>
              <a:t>Ecal</a:t>
            </a:r>
            <a:r>
              <a:rPr lang="en-US" dirty="0"/>
              <a:t>/</a:t>
            </a:r>
            <a:r>
              <a:rPr lang="en-US" dirty="0" err="1"/>
              <a:t>Cdet</a:t>
            </a:r>
            <a:r>
              <a:rPr lang="en-US" dirty="0"/>
              <a:t> Timing Comp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85AD7-D030-7ED8-3AC7-B00E18B12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250160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3FEF4-C951-2258-8EB7-DD5165B60F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Run 5811-No </a:t>
                </a:r>
                <a:r>
                  <a:rPr lang="en-US" dirty="0" err="1"/>
                  <a:t>cdet</a:t>
                </a:r>
                <a:r>
                  <a:rPr lang="en-US" dirty="0"/>
                  <a:t> timing cuts, |</a:t>
                </a:r>
                <a:r>
                  <a:rPr lang="en-US" dirty="0" err="1"/>
                  <a:t>xdiff</a:t>
                </a:r>
                <a:r>
                  <a:rPr lang="en-US" dirty="0"/>
                  <a:t>|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10cm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3FEF4-C951-2258-8EB7-DD5165B60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63310-3F28-2308-E54C-C6D829D1F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990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A94C-52D8-5F9A-C44F-7CACA439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Ecal</a:t>
            </a:r>
            <a:r>
              <a:rPr lang="en-US" dirty="0"/>
              <a:t> Good </a:t>
            </a:r>
            <a:r>
              <a:rPr lang="en-US" dirty="0" err="1"/>
              <a:t>Adctime</a:t>
            </a:r>
            <a:r>
              <a:rPr lang="en-US" dirty="0"/>
              <a:t> vs </a:t>
            </a:r>
            <a:r>
              <a:rPr lang="en-US" dirty="0" err="1"/>
              <a:t>Cdet</a:t>
            </a:r>
            <a:r>
              <a:rPr lang="en-US" dirty="0"/>
              <a:t> LE time</a:t>
            </a:r>
          </a:p>
        </p:txBody>
      </p:sp>
      <p:pic>
        <p:nvPicPr>
          <p:cNvPr id="5" name="Content Placeholder 4" descr="A graph showing a number of colored squares&#10;&#10;AI-generated content may be incorrect.">
            <a:extLst>
              <a:ext uri="{FF2B5EF4-FFF2-40B4-BE49-F238E27FC236}">
                <a16:creationId xmlns:a16="http://schemas.microsoft.com/office/drawing/2014/main" id="{49BC6474-5D3C-6CA5-EDE6-7039B6DE8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9748" y="2074985"/>
            <a:ext cx="6262252" cy="441789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341802-CFD2-2FBD-5B1D-537B3DD549BA}"/>
              </a:ext>
            </a:extLst>
          </p:cNvPr>
          <p:cNvSpPr txBox="1"/>
          <p:nvPr/>
        </p:nvSpPr>
        <p:spPr>
          <a:xfrm>
            <a:off x="8310524" y="4350751"/>
            <a:ext cx="2909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diff between 80-100ns</a:t>
            </a:r>
          </a:p>
        </p:txBody>
      </p:sp>
      <p:pic>
        <p:nvPicPr>
          <p:cNvPr id="9" name="Picture 8" descr="A screen shot of a graph&#10;&#10;AI-generated content may be incorrect.">
            <a:extLst>
              <a:ext uri="{FF2B5EF4-FFF2-40B4-BE49-F238E27FC236}">
                <a16:creationId xmlns:a16="http://schemas.microsoft.com/office/drawing/2014/main" id="{1F473715-F23A-2BB8-198C-F887035D4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5071"/>
            <a:ext cx="5900572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1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3D73-D094-7A09-EA9E-CA3DF9DB4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Ecal-Cdet</a:t>
            </a:r>
            <a:r>
              <a:rPr lang="en-US" dirty="0"/>
              <a:t> Time vs </a:t>
            </a:r>
            <a:r>
              <a:rPr lang="en-US" dirty="0" err="1"/>
              <a:t>Cdet</a:t>
            </a:r>
            <a:r>
              <a:rPr lang="en-US" dirty="0"/>
              <a:t> LE time</a:t>
            </a:r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6A2BABD6-B076-25BA-B0F8-3FE124294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6057" y="2450123"/>
            <a:ext cx="6058956" cy="3825313"/>
          </a:xfrm>
        </p:spPr>
      </p:pic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35F5E98C-B5E1-B9AE-E164-F9F03CCBF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63732"/>
            <a:ext cx="4676141" cy="439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1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9784-F107-6D65-4219-FEB6B9DE9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Diff vs Counts</a:t>
            </a:r>
          </a:p>
        </p:txBody>
      </p:sp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4DC259F0-FB76-DAC0-F739-0EA7EF285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14" y="1873905"/>
            <a:ext cx="5746486" cy="4618970"/>
          </a:xfrm>
          <a:prstGeom prst="rect">
            <a:avLst/>
          </a:prstGeom>
        </p:spPr>
      </p:pic>
      <p:pic>
        <p:nvPicPr>
          <p:cNvPr id="19" name="Picture 18" descr="A screen shot of a graph&#10;&#10;AI-generated content may be incorrect.">
            <a:extLst>
              <a:ext uri="{FF2B5EF4-FFF2-40B4-BE49-F238E27FC236}">
                <a16:creationId xmlns:a16="http://schemas.microsoft.com/office/drawing/2014/main" id="{233DE568-63FC-1F54-C4D0-9BD290423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148" y="2123477"/>
            <a:ext cx="5463267" cy="4369397"/>
          </a:xfrm>
          <a:prstGeom prst="rect">
            <a:avLst/>
          </a:prstGeom>
        </p:spPr>
      </p:pic>
      <p:pic>
        <p:nvPicPr>
          <p:cNvPr id="20" name="Picture 19" descr="A screen shot of a graph&#10;&#10;AI-generated content may be incorrect.">
            <a:extLst>
              <a:ext uri="{FF2B5EF4-FFF2-40B4-BE49-F238E27FC236}">
                <a16:creationId xmlns:a16="http://schemas.microsoft.com/office/drawing/2014/main" id="{6084EA40-11EA-FC54-6823-39F118BAD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053" y="1873905"/>
            <a:ext cx="5463267" cy="436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9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7FA9-07BA-CE1E-D5EC-2B56437E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position correlation</a:t>
            </a:r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834673A9-D9E4-9A13-25AF-E74514A1E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3129" y="2028092"/>
            <a:ext cx="6405413" cy="3861534"/>
          </a:xfrm>
        </p:spPr>
      </p:pic>
    </p:spTree>
    <p:extLst>
      <p:ext uri="{BB962C8B-B14F-4D97-AF65-F5344CB8AC3E}">
        <p14:creationId xmlns:p14="http://schemas.microsoft.com/office/powerpoint/2010/main" val="1143188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46</Words>
  <Application>Microsoft Macintosh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Dec 5 Update – Ecal/Cdet Timing Comp</vt:lpstr>
      <vt:lpstr>Run 5811-No cdet timing cuts, |xdiff| ≤10cm</vt:lpstr>
      <vt:lpstr>Ecal Good Adctime vs Cdet LE time</vt:lpstr>
      <vt:lpstr>Ecal-Cdet Time vs Cdet LE time</vt:lpstr>
      <vt:lpstr>Time Diff vs Counts</vt:lpstr>
      <vt:lpstr>X position correlation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2</cp:revision>
  <dcterms:created xsi:type="dcterms:W3CDTF">2025-12-05T16:50:07Z</dcterms:created>
  <dcterms:modified xsi:type="dcterms:W3CDTF">2025-12-05T18:03:35Z</dcterms:modified>
</cp:coreProperties>
</file>