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5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6"/>
    <p:restoredTop sz="94711"/>
  </p:normalViewPr>
  <p:slideViewPr>
    <p:cSldViewPr snapToGrid="0">
      <p:cViewPr varScale="1">
        <p:scale>
          <a:sx n="90" d="100"/>
          <a:sy n="90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2CFD-0849-112E-6D17-3188EB9EA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70582-539E-38E4-AE1B-035ED8EC3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015F2-4823-4FAE-CD20-0A64BDE3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6C3A-F06F-F4F4-5E79-BB590E6F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A883F-5731-80CB-A737-E405820B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2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067E-9CC0-9FDC-18F0-8044D075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890C5-B787-42F3-5D70-99497039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F6244-C353-D969-598D-C7B08D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5A672-9624-F91E-0D38-C752A6B7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D446-F394-7753-4A1C-CAF48BD2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3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2110-F459-7C71-A861-B24EE691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674CA-550B-7D0C-E044-690223D2B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09874-B92A-6E9C-A96C-FF0C70C5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5928-DDDC-856B-6D7C-2EC4B77F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C9E81-82E6-E897-BBE2-70B9E088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6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E2EF-3E2B-E912-9B42-0C108880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6417-DE06-CF7C-770D-C03A05939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5C79E-1ED7-3643-0060-0F3B59679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F1671-65E8-0D85-50A2-F60EEA6A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07AC-C30C-FBD5-0869-6CB2CE45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766C7-22C8-59E3-FBE8-5BF416E7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8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92E6-AC26-8F94-C8A3-DB7F47468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FA9EE-668B-ECC0-BC5A-ECF8A84F3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B0726-C1E3-4F31-F039-2F5BD6A2F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F6FBE8-E632-C3A4-EF49-1CAD1AD27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29E70-1BBB-DF03-77F6-59DE86793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65A21-DBF0-4FFE-81CD-A1BAFE76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4FA6E-93AA-C574-6AB0-7B087341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97C65-2929-F94B-88D0-55B1EFC8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2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DAF2-7649-9AA5-DF4B-BD724B3D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DFA24-B31C-5A1E-90CC-E61D0254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726E3-B474-2D55-842F-F759B4F0A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435AB-6644-43EC-04A7-441E519E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5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78B72-1198-7EEF-F947-2E2E0AC8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CD864-5063-463E-3B91-7F74560B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35494-9A77-93EC-81CD-D3A6E8F3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3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0F74-DD47-4455-04AF-0FE6CD59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AC796-F57A-39AA-BFBD-468A5A73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FEAF0-3AFE-35E1-D2AA-52886E995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856EA-2B32-0972-C582-A7571F1A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27EF7-9B2A-D37F-BD90-9C9F1A33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74931-02FA-0A58-7B42-9F6816AC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7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C20-7123-31AF-C037-3287BF02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6D70D-B448-916A-A31B-24158AFEB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8A3AF-8DDA-08AB-60AF-42D59490C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53F9F-667C-2760-0B75-DE334685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58BEA-2B48-4E9E-A748-94D6A2BB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C2C2B-231A-6CEB-AB63-EAF37226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7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BD0A-1A20-7BF1-BDCC-D63DE127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AF8ED-E0A7-ACDF-8E72-7EC834004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E7552-C72C-624B-F74F-9740200E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5608F-78CC-6FFE-D4C7-9D1EE956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15D62-1AE4-B1DA-BACB-B011445E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2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9FB30-E4AD-D4C0-BEC0-6EA8B02B5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3371-E391-17A0-20A5-44C6595CD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F700A-CB33-18E6-0F33-D588BBA2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AA90-72EE-9576-3FA9-97B07B94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4BA5-909A-1047-4054-B5BF31A2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7AD83-B3A8-89EF-C779-6BA70854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A3D44-25C5-A140-B726-644D29E9F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D602A-8393-BBC0-21E9-5E0855FE7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2DE48-0786-D34D-9C5C-25FE90101BE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7B58-3F7E-3372-24E4-60FE45A1E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3BC07-B936-28B0-110B-A3665DDCA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6A2AD-EF9A-FA48-866F-158AA9297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C283-8E00-735B-642C-FF20812A5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Oct 24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D5700-AC3B-F288-2E57-9C0784CC9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20324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2ED06-E1E4-FA1E-7D02-4D33FAF4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365386"/>
            <a:ext cx="4483098" cy="580721"/>
          </a:xfrm>
        </p:spPr>
        <p:txBody>
          <a:bodyPr anchor="b">
            <a:noAutofit/>
          </a:bodyPr>
          <a:lstStyle/>
          <a:p>
            <a:r>
              <a:rPr lang="en-US" sz="4000" dirty="0"/>
              <a:t>Number of Cluster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681AD2-A189-DC09-0FFB-ABDCBCE18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625" y="1788438"/>
            <a:ext cx="3994889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Kin 3 Cluster size ~ 10-15 blocks</a:t>
            </a:r>
          </a:p>
          <a:p>
            <a:r>
              <a:rPr lang="en-US" sz="2000" dirty="0"/>
              <a:t>One block 4.25x4.25x34cm</a:t>
            </a:r>
            <a:r>
              <a:rPr lang="en-US" sz="2000" baseline="30000" dirty="0"/>
              <a:t>3</a:t>
            </a:r>
            <a:endParaRPr lang="en-US" sz="2000" dirty="0"/>
          </a:p>
          <a:p>
            <a:r>
              <a:rPr lang="en-US" sz="2000" dirty="0"/>
              <a:t>One </a:t>
            </a:r>
            <a:r>
              <a:rPr lang="en-US" sz="2000" dirty="0" err="1"/>
              <a:t>CDet</a:t>
            </a:r>
            <a:r>
              <a:rPr lang="en-US" sz="2000" dirty="0"/>
              <a:t> paddle 0.5x50x4cm</a:t>
            </a:r>
            <a:r>
              <a:rPr lang="en-US" sz="2000" baseline="30000" dirty="0"/>
              <a:t>3</a:t>
            </a:r>
            <a:endParaRPr lang="en-US" sz="2000" dirty="0"/>
          </a:p>
          <a:p>
            <a:r>
              <a:rPr lang="en-US" sz="2000" dirty="0"/>
              <a:t>One </a:t>
            </a:r>
            <a:r>
              <a:rPr lang="en-US" sz="2000" dirty="0" err="1"/>
              <a:t>ecal</a:t>
            </a:r>
            <a:r>
              <a:rPr lang="en-US" sz="2000" dirty="0"/>
              <a:t> block covers ~8 paddles  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23E24E01-B267-0BA9-4665-37393948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46" y="1493107"/>
            <a:ext cx="7476873" cy="37384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031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9F70-3597-6BD2-735F-45BCBD9C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Cluster Energy</a:t>
            </a:r>
          </a:p>
        </p:txBody>
      </p:sp>
      <p:pic>
        <p:nvPicPr>
          <p:cNvPr id="5" name="Content Placeholder 4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FE195EC0-588B-1719-1BE1-A26FA63B0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893"/>
          <a:stretch>
            <a:fillRect/>
          </a:stretch>
        </p:blipFill>
        <p:spPr>
          <a:xfrm>
            <a:off x="838200" y="1690688"/>
            <a:ext cx="9399084" cy="46576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3FAC7-5509-A0AE-A9BB-3FA2CFE93D83}"/>
              </a:ext>
            </a:extLst>
          </p:cNvPr>
          <p:cNvSpPr txBox="1"/>
          <p:nvPr/>
        </p:nvSpPr>
        <p:spPr>
          <a:xfrm>
            <a:off x="2196044" y="6488668"/>
            <a:ext cx="804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logbooks.jlab.org</a:t>
            </a:r>
            <a:r>
              <a:rPr lang="en-US" dirty="0"/>
              <a:t>/files/2025/08/4439803/summaryPlots_5811_ECal.pdf</a:t>
            </a:r>
          </a:p>
        </p:txBody>
      </p:sp>
    </p:spTree>
    <p:extLst>
      <p:ext uri="{BB962C8B-B14F-4D97-AF65-F5344CB8AC3E}">
        <p14:creationId xmlns:p14="http://schemas.microsoft.com/office/powerpoint/2010/main" val="160326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3450-00E2-1A73-E9CF-5EF7AFD2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ADC Time</a:t>
            </a:r>
          </a:p>
        </p:txBody>
      </p:sp>
      <p:pic>
        <p:nvPicPr>
          <p:cNvPr id="5" name="Content Placeholder 4" descr="A graph showing a number of blood vessels&#10;&#10;AI-generated content may be incorrect.">
            <a:extLst>
              <a:ext uri="{FF2B5EF4-FFF2-40B4-BE49-F238E27FC236}">
                <a16:creationId xmlns:a16="http://schemas.microsoft.com/office/drawing/2014/main" id="{39B5F5AE-348E-2D92-EA90-936A3383E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565" y="1784121"/>
            <a:ext cx="8904870" cy="443065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46E718-8472-0399-A4E4-E1B3EA7F911F}"/>
              </a:ext>
            </a:extLst>
          </p:cNvPr>
          <p:cNvSpPr txBox="1"/>
          <p:nvPr/>
        </p:nvSpPr>
        <p:spPr>
          <a:xfrm>
            <a:off x="2075380" y="6401994"/>
            <a:ext cx="804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logbooks.jlab.org</a:t>
            </a:r>
            <a:r>
              <a:rPr lang="en-US" dirty="0"/>
              <a:t>/files/2025/08/4446407/summaryPlots_5982_ECal.pdf</a:t>
            </a:r>
          </a:p>
        </p:txBody>
      </p:sp>
    </p:spTree>
    <p:extLst>
      <p:ext uri="{BB962C8B-B14F-4D97-AF65-F5344CB8AC3E}">
        <p14:creationId xmlns:p14="http://schemas.microsoft.com/office/powerpoint/2010/main" val="207182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5E5-135D-76CE-756E-244EB992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x</a:t>
            </a:r>
          </a:p>
        </p:txBody>
      </p:sp>
      <p:pic>
        <p:nvPicPr>
          <p:cNvPr id="5" name="Picture 4" descr="A graph of a city&#10;&#10;AI-generated content may be incorrect.">
            <a:extLst>
              <a:ext uri="{FF2B5EF4-FFF2-40B4-BE49-F238E27FC236}">
                <a16:creationId xmlns:a16="http://schemas.microsoft.com/office/drawing/2014/main" id="{3E066257-744C-91B3-A61B-4738A063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51" y="1690688"/>
            <a:ext cx="9656298" cy="506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8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9AEC-92A5-FFD9-B212-8F0AE614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Gears back to </a:t>
            </a:r>
            <a:r>
              <a:rPr lang="en-US" dirty="0" err="1"/>
              <a:t>CDet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1D667E-0B75-D69F-4E88-6435E2E0B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758" t="10011" r="1254" b="61591"/>
          <a:stretch>
            <a:fillRect/>
          </a:stretch>
        </p:blipFill>
        <p:spPr>
          <a:xfrm>
            <a:off x="838200" y="1484229"/>
            <a:ext cx="6473195" cy="2771336"/>
          </a:xfrm>
        </p:spPr>
      </p:pic>
      <p:pic>
        <p:nvPicPr>
          <p:cNvPr id="7" name="Picture 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E039CDF-1637-3205-3368-877CA324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28527"/>
            <a:ext cx="7772400" cy="2115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FD6429-B582-6778-B4F1-D411D48B7C69}"/>
              </a:ext>
            </a:extLst>
          </p:cNvPr>
          <p:cNvSpPr txBox="1"/>
          <p:nvPr/>
        </p:nvSpPr>
        <p:spPr>
          <a:xfrm>
            <a:off x="7484012" y="2869897"/>
            <a:ext cx="4248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 at </a:t>
            </a:r>
            <a:r>
              <a:rPr lang="en-US" dirty="0" err="1"/>
              <a:t>xdiff</a:t>
            </a:r>
            <a:r>
              <a:rPr lang="en-US" dirty="0"/>
              <a:t> plots, but for ~2ns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allow us to see where the “real” events are</a:t>
            </a:r>
          </a:p>
        </p:txBody>
      </p:sp>
    </p:spTree>
    <p:extLst>
      <p:ext uri="{BB962C8B-B14F-4D97-AF65-F5344CB8AC3E}">
        <p14:creationId xmlns:p14="http://schemas.microsoft.com/office/powerpoint/2010/main" val="1321245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2D58-7C08-0EAD-DBE3-51A8D5C9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EF60-18EC-E2A5-EEA6-9446598F9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Oct 29</a:t>
            </a:r>
            <a:r>
              <a:rPr lang="en-US" baseline="30000" dirty="0"/>
              <a:t>th</a:t>
            </a:r>
            <a:r>
              <a:rPr lang="en-US" dirty="0"/>
              <a:t> Quick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ADAB8-7DF3-F00C-14DC-ECFD01A55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419288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lue lines&#10;&#10;AI-generated content may be incorrect.">
            <a:extLst>
              <a:ext uri="{FF2B5EF4-FFF2-40B4-BE49-F238E27FC236}">
                <a16:creationId xmlns:a16="http://schemas.microsoft.com/office/drawing/2014/main" id="{B1CDE6C8-D477-B8D9-4411-DC96735E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829310"/>
            <a:ext cx="8256526" cy="5199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79EAB-13E9-3CB6-AE48-4467BF04F1AC}"/>
              </a:ext>
            </a:extLst>
          </p:cNvPr>
          <p:cNvSpPr txBox="1"/>
          <p:nvPr/>
        </p:nvSpPr>
        <p:spPr>
          <a:xfrm>
            <a:off x="7791949" y="2819400"/>
            <a:ext cx="4400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Tdc</a:t>
            </a:r>
            <a:r>
              <a:rPr lang="en-US" dirty="0"/>
              <a:t> = coarse*4000+two_ns*2000 + fine*10</a:t>
            </a:r>
          </a:p>
        </p:txBody>
      </p:sp>
    </p:spTree>
    <p:extLst>
      <p:ext uri="{BB962C8B-B14F-4D97-AF65-F5344CB8AC3E}">
        <p14:creationId xmlns:p14="http://schemas.microsoft.com/office/powerpoint/2010/main" val="4238401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97E75677-EF87-0996-D3CA-96D9C083D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6560"/>
            <a:ext cx="5869434" cy="4581564"/>
          </a:xfr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5ED06FC8-0DC3-8521-7357-8B93AC4F5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596"/>
          <a:stretch>
            <a:fillRect/>
          </a:stretch>
        </p:blipFill>
        <p:spPr>
          <a:xfrm>
            <a:off x="5869434" y="1630004"/>
            <a:ext cx="6315655" cy="40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0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53DFE90-70F2-4E78-B5CB-71292CEE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58370"/>
            <a:ext cx="6364120" cy="3718430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99DEB16E-1BF2-7D8A-4448-8B78341A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34"/>
          <a:stretch>
            <a:fillRect/>
          </a:stretch>
        </p:blipFill>
        <p:spPr>
          <a:xfrm>
            <a:off x="6455560" y="1290385"/>
            <a:ext cx="5405136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40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4346</TotalTime>
  <Words>123</Words>
  <Application>Microsoft Macintosh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Oct 24th Update</vt:lpstr>
      <vt:lpstr>Number of Cluster</vt:lpstr>
      <vt:lpstr>Ecal Cluster Energy</vt:lpstr>
      <vt:lpstr>Cluster ADC Time</vt:lpstr>
      <vt:lpstr>Cluster x</vt:lpstr>
      <vt:lpstr>Switching Gears back to CDet</vt:lpstr>
      <vt:lpstr>Oct 29th Quick Update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14</cp:revision>
  <dcterms:created xsi:type="dcterms:W3CDTF">2025-10-24T16:01:49Z</dcterms:created>
  <dcterms:modified xsi:type="dcterms:W3CDTF">2025-11-05T18:01:08Z</dcterms:modified>
</cp:coreProperties>
</file>