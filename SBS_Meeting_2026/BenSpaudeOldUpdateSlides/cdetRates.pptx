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8"/>
  </p:normalViewPr>
  <p:slideViewPr>
    <p:cSldViewPr snapToGrid="0">
      <p:cViewPr varScale="1">
        <p:scale>
          <a:sx n="109" d="100"/>
          <a:sy n="109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BD82-6F0A-0708-C2B1-E393C91C9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956F3-03D7-5150-E158-F342AB39F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424C9-72C3-F014-9497-7178CCA99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579C-ED5E-1B47-85DD-A2AF8D1A79C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7DBB7-6B18-54EE-D5A6-3C25986A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88567-3711-9AA2-5487-2616A032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5561-243E-5240-8669-52B344AC6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60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BAC4E-E1FE-899C-AF85-086BF897F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C0CDA-1506-ECF6-9BA0-2499B9E60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37BF8-4E60-4541-1A12-3D1EEB869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579C-ED5E-1B47-85DD-A2AF8D1A79C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0076F-7BF2-91C5-C22E-ABA7803AF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1B1CB-53B9-4874-AB1F-29CC9350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5561-243E-5240-8669-52B344AC6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536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A680F-4E90-26BF-F476-EF1FA0F6E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62285-84F6-C372-F12B-65DF6F82A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11D94-9C52-4C4C-0E74-3FAD57600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579C-ED5E-1B47-85DD-A2AF8D1A79C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8295E-D084-FED9-B3CE-1E9E90AF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5023-1DA5-7F91-0CD9-10819860A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5561-243E-5240-8669-52B344AC6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72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7685-E86F-AD0A-7BEF-D0FF7FCCB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75CD0-78BE-3871-6874-85EC78EE35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D4035-A12E-1465-9EC0-29230CD5B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DBB6D-A807-E626-2289-8A54D574F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579C-ED5E-1B47-85DD-A2AF8D1A79C5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FF75C-B1B1-E2E6-B45A-6A64D1049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FF691-7E74-089C-9D83-9BD26024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5561-243E-5240-8669-52B344AC6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70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D293E-8F9E-5C47-474D-9411C9B81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84450-7207-E3D6-AA43-523F0AF17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9A201-DA62-5400-29F5-85514CCCE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DD40E-E71A-3E45-B025-AABD8FBC17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2C4DC-1CFC-7D8E-4DDA-DDB2E535CC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688245-E1D6-D53D-E499-7F686CC01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579C-ED5E-1B47-85DD-A2AF8D1A79C5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2BAB11-422F-849F-5F98-EFBAEB72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78AFBA-99E9-30A6-6FAA-7B0697C0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5561-243E-5240-8669-52B344AC6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27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27B90-0824-EB08-F069-07DA2037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E4BDB-41A9-25FB-E4BE-625BD8FD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579C-ED5E-1B47-85DD-A2AF8D1A79C5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72E8C-11CC-414C-A46C-CE749BF8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44839F-D3D1-1207-73CF-CC171C70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5561-243E-5240-8669-52B344AC6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44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13D5C-64A1-5960-48FB-FA852C496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579C-ED5E-1B47-85DD-A2AF8D1A79C5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9D9E8-4562-4398-83D9-EBEA7ECF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C2F6C-DE4E-9929-21FC-505825720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5561-243E-5240-8669-52B344AC6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34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B575C-FD58-D237-F4E8-BA7D20068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FA6F1-9756-0B1C-0681-BB9813BD5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FD77F-94C8-9499-101A-6E244F694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1C533-892E-E7BC-68BA-A3789F2B6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579C-ED5E-1B47-85DD-A2AF8D1A79C5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8ADEF-FBBE-EE7B-AFC9-EAD97C52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FC31A-3D77-720D-D5FC-51AC2616E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5561-243E-5240-8669-52B344AC6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912FB-9428-C8C1-4B71-48FDDC12B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D0DB8-7B6F-1C5A-D437-4EB7554208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43DA9-132D-8070-DAB7-C39FF80B7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72497-09A1-9F34-1E10-A3BBD87FC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579C-ED5E-1B47-85DD-A2AF8D1A79C5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97E07-A277-4E67-AA2B-E4FE9365C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04A89-2215-F658-3765-1B9637A2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5561-243E-5240-8669-52B344AC6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5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8A009-1817-951C-0F2E-8C0F071C0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42CBF-19D7-D6C4-9D15-354E78820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78262-8F48-F1AD-93B9-5F1DFB27F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579C-ED5E-1B47-85DD-A2AF8D1A79C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7D7DF-410E-8BD3-2A73-F6102EA1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1E665-A176-9D4D-0D0D-F623B3996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5561-243E-5240-8669-52B344AC6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4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06ADAA-E965-C3DE-569E-74987ABF91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94073-0C55-BFAA-53BB-AE0C684D9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9C659-9FBE-8F21-2C62-5244D1D39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579C-ED5E-1B47-85DD-A2AF8D1A79C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1B9E-B647-C75D-E2AD-EBCAFC5A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34B30-DB2D-590A-75D3-A62DD5ED1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5561-243E-5240-8669-52B344AC6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7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BE5DAF-3C96-18EB-E280-719B301A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0EE1C-5B65-5909-B0FD-F33EC9F66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DBE92-16DB-BA6E-037B-8CFFD502B3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4579C-ED5E-1B47-85DD-A2AF8D1A79C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7AB22-B201-51D8-7FED-5F584209C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9192E-F8BD-D6CF-08F6-1D8B7B685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F5561-243E-5240-8669-52B344AC6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5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9DC2-3200-9CE9-41F4-581906183B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D8AC6-E4C7-E973-68A5-3567AAA612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064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8B6C0-E514-FF39-E84B-E2F45A064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39" y="114056"/>
            <a:ext cx="10515600" cy="4351338"/>
          </a:xfrm>
        </p:spPr>
        <p:txBody>
          <a:bodyPr/>
          <a:lstStyle/>
          <a:p>
            <a:r>
              <a:rPr lang="en-US" dirty="0"/>
              <a:t>Run 3640 @ 5uA LH2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2D56344-B7E7-3E0E-44C2-0B420F4B6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53" y="858898"/>
            <a:ext cx="11535508" cy="599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62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558D84B-0CCE-D4AA-29BA-5C70738E5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650" y="773723"/>
            <a:ext cx="11426819" cy="5942896"/>
          </a:xfrm>
        </p:spPr>
      </p:pic>
    </p:spTree>
    <p:extLst>
      <p:ext uri="{BB962C8B-B14F-4D97-AF65-F5344CB8AC3E}">
        <p14:creationId xmlns:p14="http://schemas.microsoft.com/office/powerpoint/2010/main" val="19235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6756-5DCD-0CD7-959B-F6B4E9883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A2B3F-FC90-7098-CD6C-76892FBBB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5811 @</a:t>
            </a:r>
          </a:p>
        </p:txBody>
      </p:sp>
    </p:spTree>
    <p:extLst>
      <p:ext uri="{BB962C8B-B14F-4D97-AF65-F5344CB8AC3E}">
        <p14:creationId xmlns:p14="http://schemas.microsoft.com/office/powerpoint/2010/main" val="2441299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</TotalTime>
  <Words>8</Words>
  <Application>Microsoft Macintosh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rates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Spaude, Ben</dc:creator>
  <cp:lastModifiedBy>Spaude, Ben</cp:lastModifiedBy>
  <cp:revision>4</cp:revision>
  <dcterms:created xsi:type="dcterms:W3CDTF">2026-02-06T19:42:09Z</dcterms:created>
  <dcterms:modified xsi:type="dcterms:W3CDTF">2026-02-08T00:29:48Z</dcterms:modified>
</cp:coreProperties>
</file>