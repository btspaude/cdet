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45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D87A-31F0-9530-3BC9-85C4B66CE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954A8-2D2A-7EF2-670B-EEAD0AF36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E2281-9B9B-25D3-16FA-52EE5BEC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E39DD-6501-C4FE-7B6E-8E5AFF92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8321-ED65-FDD3-D5B8-FE18C38D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6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8DAD-0779-0880-FCCB-C4114BDC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F28F-5616-AD39-B556-365722A97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74938-1641-E4F6-AC5A-5A442DD8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AB0FA-CD4E-DBDC-90C1-81B63717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AFC3-5B6B-3692-668C-BAF7798F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9627-25E6-2EBD-1B53-0D8AB1A9F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59A08-92C5-478A-683F-5A572F6F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CD89-48F9-351B-E170-51629C66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00F93-BCFA-5E81-6CE6-C24A9064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D53A1-401E-A9EA-7F74-723AA7F5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E1F7-2572-1C76-6954-120EBDF2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B149E-123B-7248-18C9-7D43096A3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FF24D-54D4-2FBF-EF99-AD6816133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DFE08-6E7B-1EB0-4C78-0BAC4FA4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26CEC-D354-0E17-6350-CDA1C8F4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94CCD-8646-BA28-986D-6BB46836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3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917A-51B5-0335-C686-AE8E1888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615AF-4E3E-E045-8A36-45169AEDF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4C580-653B-B1F0-800A-49411D9B7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F12CD-8C9B-9962-D5FB-0B59B35CB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87F09-6AA6-0633-CFFE-9EAE599AA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288E6-EE2A-62E9-29AD-32B3B06E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C134F-7D27-406B-9CD1-F53ED9F1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3D65E-E582-97A9-9F6D-463E554A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1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3BB8-5D3A-69BE-C1CB-1CA3701A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2A467-89E9-0C09-1949-B901F4D4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B19AC-647A-E10A-3AD0-F7216A80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AD3DC-F836-65C9-EC44-845AC1B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3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120B1-3239-DDA2-DB88-1215AE11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22684-1399-2AE0-A16B-27DC112B8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AF125-8F26-4FCB-309D-A55902DE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4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4461-D0C9-4B01-DC9A-299414B2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6059A-6530-8D1B-75DC-06936932D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24BE4-D07C-A416-9DC0-496CE847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AF8D9-BE1A-FDB7-9052-85EA961D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5BEEC-2682-F820-679F-71ECD248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82037-9BAC-E054-994D-2F94A899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9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74DB-1D2F-E6C3-6A3E-90EEBC25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D2438-1A8A-75EB-E8D2-CC9D08189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58461-3440-C2DB-7C71-B6DBBD319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F1BDC-1D74-B3B9-4929-49F158A7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DF136-77D7-9B12-FBE7-3FEC284E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A329-70CA-5E58-3842-9636E37A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8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3B45-B460-80BE-3FCD-1F780709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92DE-7F4B-A800-02BC-72100703E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FBAE4-5F1C-22AF-468B-6291F4E9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A9D3-3AEC-6A3C-01AC-7127CE69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AC363-22B6-10EF-BF2C-24226048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18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762F9-EC61-AAF7-44A1-3DFCDA73E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ADA99-D168-99C4-4E3D-A15EB674A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458B1-2642-E8AF-99EB-6E6CFDD6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9543-586D-892A-3CB7-B6E974A6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49709-4E9A-0F29-4385-727517AF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7CF1E-187E-D572-40D3-1EA0ACF5C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6FE42-0888-67F1-B5B4-531A65E35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1CB0-F037-80EF-DD37-10BD78CFD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CE492-C552-974C-B09D-5707C7D8AEF6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6ECF4-C1E1-4BD1-B07D-123E883E4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C702-7416-A8AF-9DCA-11741FB94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62C2A-445D-5644-9AC2-C93A9425D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8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AE60D-5A72-A756-0CAE-433B2420E5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Cdet</a:t>
            </a:r>
            <a:r>
              <a:rPr lang="en-US" dirty="0"/>
              <a:t> vs </a:t>
            </a:r>
            <a:r>
              <a:rPr lang="en-US" dirty="0" err="1"/>
              <a:t>Ecal</a:t>
            </a:r>
            <a:r>
              <a:rPr lang="en-US" dirty="0"/>
              <a:t> Timing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E9ECE-5536-13AF-CB79-69A6869AA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1537505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B832-7CB8-E1AB-295B-281682295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772"/>
            <a:ext cx="10515600" cy="1325563"/>
          </a:xfrm>
        </p:spPr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vs </a:t>
            </a:r>
            <a:r>
              <a:rPr lang="en-US" dirty="0" err="1"/>
              <a:t>Cdet</a:t>
            </a:r>
            <a:r>
              <a:rPr lang="en-US" dirty="0"/>
              <a:t> Timing Correlation</a:t>
            </a:r>
          </a:p>
        </p:txBody>
      </p:sp>
      <p:pic>
        <p:nvPicPr>
          <p:cNvPr id="6" name="Content Placeholder 5" descr="A screen shot of a graph&#10;&#10;AI-generated content may be incorrect.">
            <a:extLst>
              <a:ext uri="{FF2B5EF4-FFF2-40B4-BE49-F238E27FC236}">
                <a16:creationId xmlns:a16="http://schemas.microsoft.com/office/drawing/2014/main" id="{AE818EF0-9A8B-947F-CF8D-C3ED03255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234" y="1790792"/>
            <a:ext cx="5036234" cy="4178652"/>
          </a:xfrm>
        </p:spPr>
      </p:pic>
      <p:pic>
        <p:nvPicPr>
          <p:cNvPr id="8" name="Picture 7" descr="A screen shot of a graph&#10;&#10;AI-generated content may be incorrect.">
            <a:extLst>
              <a:ext uri="{FF2B5EF4-FFF2-40B4-BE49-F238E27FC236}">
                <a16:creationId xmlns:a16="http://schemas.microsoft.com/office/drawing/2014/main" id="{DD8DB4A6-0EF3-08A9-B1D5-F36F41D4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633" y="1790792"/>
            <a:ext cx="5474133" cy="4500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532F1D-8A0F-CDB0-1306-2851E5EC9274}"/>
              </a:ext>
            </a:extLst>
          </p:cNvPr>
          <p:cNvSpPr txBox="1"/>
          <p:nvPr/>
        </p:nvSpPr>
        <p:spPr>
          <a:xfrm>
            <a:off x="1422946" y="6069548"/>
            <a:ext cx="2969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Cdet</a:t>
            </a:r>
            <a:r>
              <a:rPr lang="en-US" dirty="0"/>
              <a:t> 1ns bins, </a:t>
            </a:r>
            <a:r>
              <a:rPr lang="en-US" dirty="0" err="1"/>
              <a:t>Ecal</a:t>
            </a:r>
            <a:r>
              <a:rPr lang="en-US" dirty="0"/>
              <a:t> 4ns bins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CD65C8-3FF9-CAAB-99F1-3C2260814A4A}"/>
              </a:ext>
            </a:extLst>
          </p:cNvPr>
          <p:cNvSpPr txBox="1">
            <a:spLocks/>
          </p:cNvSpPr>
          <p:nvPr/>
        </p:nvSpPr>
        <p:spPr>
          <a:xfrm>
            <a:off x="1212166" y="8810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Tot Open 				     Tot&gt;15ns</a:t>
            </a:r>
          </a:p>
        </p:txBody>
      </p:sp>
    </p:spTree>
    <p:extLst>
      <p:ext uri="{BB962C8B-B14F-4D97-AF65-F5344CB8AC3E}">
        <p14:creationId xmlns:p14="http://schemas.microsoft.com/office/powerpoint/2010/main" val="329338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60BC-F510-B50D-FC0E-438594B2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Ecal</a:t>
            </a:r>
            <a:r>
              <a:rPr lang="en-US" dirty="0"/>
              <a:t> and </a:t>
            </a:r>
            <a:r>
              <a:rPr lang="en-US" dirty="0" err="1"/>
              <a:t>Cdet</a:t>
            </a:r>
            <a:r>
              <a:rPr lang="en-US" dirty="0"/>
              <a:t> Timing difference (LE 0 to 35ns)</a:t>
            </a:r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34A21903-6F12-91A4-AC15-C860E820D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67" y="1853760"/>
            <a:ext cx="5308176" cy="4351338"/>
          </a:xfrm>
        </p:spPr>
      </p:pic>
      <p:pic>
        <p:nvPicPr>
          <p:cNvPr id="7" name="Picture 6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7057B800-887C-6B77-C6EC-05CDDFF62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3760"/>
            <a:ext cx="5520614" cy="4538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F5881-703B-5051-6BE7-1857BDD7D73B}"/>
              </a:ext>
            </a:extLst>
          </p:cNvPr>
          <p:cNvSpPr txBox="1"/>
          <p:nvPr/>
        </p:nvSpPr>
        <p:spPr>
          <a:xfrm>
            <a:off x="2433711" y="6368170"/>
            <a:ext cx="103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 open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B3EF5-43E5-DC2C-0CBA-13847BFF8917}"/>
              </a:ext>
            </a:extLst>
          </p:cNvPr>
          <p:cNvSpPr txBox="1"/>
          <p:nvPr/>
        </p:nvSpPr>
        <p:spPr>
          <a:xfrm>
            <a:off x="8522677" y="6482134"/>
            <a:ext cx="1134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 &gt;18ns</a:t>
            </a:r>
          </a:p>
        </p:txBody>
      </p:sp>
    </p:spTree>
    <p:extLst>
      <p:ext uri="{BB962C8B-B14F-4D97-AF65-F5344CB8AC3E}">
        <p14:creationId xmlns:p14="http://schemas.microsoft.com/office/powerpoint/2010/main" val="351054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E572-F7FC-2B4B-84A8-3F0E5FE9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6E0B-2BC0-228F-9D83-5225D94A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0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46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Cdet vs Ecal Timing Comparison</vt:lpstr>
      <vt:lpstr>Ecal vs Cdet Timing Correlation</vt:lpstr>
      <vt:lpstr>Ecal and Cdet Timing difference (LE 0 to 35ns)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3</cp:revision>
  <dcterms:created xsi:type="dcterms:W3CDTF">2025-12-01T18:48:09Z</dcterms:created>
  <dcterms:modified xsi:type="dcterms:W3CDTF">2025-12-02T17:27:29Z</dcterms:modified>
</cp:coreProperties>
</file>