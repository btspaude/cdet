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2"/>
    <p:restoredTop sz="94602"/>
  </p:normalViewPr>
  <p:slideViewPr>
    <p:cSldViewPr snapToGrid="0">
      <p:cViewPr varScale="1">
        <p:scale>
          <a:sx n="184" d="100"/>
          <a:sy n="184" d="100"/>
        </p:scale>
        <p:origin x="9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1880D-14B3-6640-8789-B05A550F7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6FDA0-B0F3-7944-AC8D-2B695189A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7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Pixel 261 -&gt; 0, 0, 1, 2, 5 -&gt; Layer 1, left side, middle module, 3</a:t>
            </a:r>
            <a:r>
              <a:rPr lang="en-US" baseline="30000" dirty="0"/>
              <a:t>rd</a:t>
            </a:r>
            <a:r>
              <a:rPr lang="en-US" dirty="0"/>
              <a:t> bar, 6</a:t>
            </a:r>
            <a:r>
              <a:rPr lang="en-US" baseline="30000" dirty="0"/>
              <a:t>th</a:t>
            </a:r>
            <a:r>
              <a:rPr lang="en-US" dirty="0"/>
              <a:t> pixel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6FDA0-B0F3-7944-AC8D-2B695189AA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1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58BC-674D-5CD3-57C3-D00B01943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AA4841-ADBD-390E-1B9B-E18FE09B6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94F19-68A6-3C91-0B05-DDE7A12A6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6B21E-89F2-A6CD-64EF-5096F648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4597F-09B2-E46F-9A14-75622D0A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52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DD3C-52DD-54C0-5FD7-5D98D8F9F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B6AD7-31D0-DCEC-3D6F-37A25782D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C031C-909C-D5CC-1794-88AFCE72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1F666-FEFA-0F0E-E7CA-E17FDDE2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B9634-CABB-8AD4-23B0-3FC6D79B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0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F03C-D154-27FF-54B1-956A1E49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81992-61BB-F7FF-9DDA-9F9E6C8EA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7A19D-0673-0112-F941-82EDD8F8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CEFDE-769A-7E84-F4E9-652E54878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89F41-5143-67A1-9E2E-3FF8C072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5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FB52-A68D-4711-9368-73BDCAE8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9FDE5-253E-6471-1BFE-90B0A279D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6B064-DB0A-936E-4AA0-788216ADF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8077-DEFC-75BB-FA4B-F3B1802E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4A37B-8D8D-6785-E609-3B8E5A33D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AB757-7637-206A-8384-F0F88C25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3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F4CA-4939-57E3-935A-250336B4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C2055-3CFB-3E31-93D6-686CA7F8F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79CE0-4BD2-7E7F-6DA4-D1DF05A25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D3A074-89F0-5127-4443-020C50761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B49D8D-F51D-C881-F980-0E57E6B28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026534-C7B5-AC34-3625-ACE3D00E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A28629-AAD6-0202-653E-98DA54140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204AE8-FDCC-DF19-A22D-A03A2BFA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54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103D8-4EF2-F391-3B41-51A3B576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A753B-CC40-9500-B2B8-1357D2BE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1D215-A3CE-BD67-F8AF-272E9062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608C2-2A5B-18AA-620C-EA262CFC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95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A0E631-ADA5-3FB4-BF11-53FD48455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166AF-5310-A29D-3805-A426FD2B9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D504D-3BE4-B8D8-3ED0-B80C0815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44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59DD-58A9-5884-0921-7535CA24F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EB445-8DCA-9B91-719A-92C3274FD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A9C5-B527-6B90-7E6C-B0897720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0085C-1028-46D6-CDE4-B1752FEF5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148B8-BDB4-357B-730C-DF89BD951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74B7E-BDD7-F70D-E5E9-C226084E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9E389-290A-FE87-7866-FC85F2FB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C499D-943D-A1B8-1769-CFA3AA719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75C56-EB51-4798-74E4-0A66CB03E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EEC41-170B-C8C3-E60B-4321EB52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50358-D852-51F4-CC50-E79E19C1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EFD94-2822-5F1A-F0EF-59BFE1AE4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80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F169-C2D0-7698-6281-9A44439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BE733-CBE3-443A-9A8E-D67CC0526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507A4-9284-6A8C-8A25-067114603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1491C-820F-883B-692E-180554F9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FFC8A-5B30-AB07-9962-907C4D14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7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70FC8-307C-D554-4200-D999B5847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CD96E-E055-D5B3-B78A-994EB73C2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F7EF3-A087-3FE6-2CCC-55603B5B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0C890-AF98-907B-65F5-E650581D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EAF09-B4F1-6AF7-8B3F-346C5709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01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1D7DC-0192-515C-90E7-9A850C22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21CA5-0A19-AF31-3A5C-2308DBDCA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3ECC6-8AF8-CF79-E3CE-751A73F91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5374BD-F5DE-FA4A-8D11-AB6085B5FBB8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AE1A-FC81-EE32-6EEA-EFDD996BA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3BD9C-D033-ED92-432E-486900E21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FEE35-1171-BD42-A3F7-68CC8F02C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C92D0-5B1D-2C52-3309-C09678D0BD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Pixel Investigation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13F72-9CC0-989B-2293-2DA88CF53E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8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EBB835-47EA-4FEA-47A5-50E3F7271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01792" y="6353"/>
            <a:ext cx="8588415" cy="6851647"/>
          </a:xfrm>
        </p:spPr>
      </p:pic>
    </p:spTree>
    <p:extLst>
      <p:ext uri="{BB962C8B-B14F-4D97-AF65-F5344CB8AC3E}">
        <p14:creationId xmlns:p14="http://schemas.microsoft.com/office/powerpoint/2010/main" val="1976120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ACC483F-93A4-8402-A922-48F5DA9F3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091" y="23104"/>
            <a:ext cx="8495818" cy="6811792"/>
          </a:xfrm>
        </p:spPr>
      </p:pic>
    </p:spTree>
    <p:extLst>
      <p:ext uri="{BB962C8B-B14F-4D97-AF65-F5344CB8AC3E}">
        <p14:creationId xmlns:p14="http://schemas.microsoft.com/office/powerpoint/2010/main" val="4262096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C09F9A-F98C-108F-C29D-623B41532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729" y="0"/>
            <a:ext cx="8530542" cy="685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24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0F2A-D75E-4B9A-CBF4-7E55C9A90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DAF64-16D9-664A-D943-A67E50960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26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266BD-46AD-D152-55E6-6A3FB4C6D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7B730-0951-E8EB-E6D4-793EA30F4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60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B6CA-9D49-CE10-E386-B90D9753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F94C5-DB45-F33E-48AF-7A576C29E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36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31</Words>
  <Application>Microsoft Macintosh PowerPoint</Application>
  <PresentationFormat>Widescreen</PresentationFormat>
  <Paragraphs>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CDet Pixel Investigation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8</cp:revision>
  <dcterms:created xsi:type="dcterms:W3CDTF">2026-02-02T18:11:14Z</dcterms:created>
  <dcterms:modified xsi:type="dcterms:W3CDTF">2026-02-02T19:37:13Z</dcterms:modified>
</cp:coreProperties>
</file>