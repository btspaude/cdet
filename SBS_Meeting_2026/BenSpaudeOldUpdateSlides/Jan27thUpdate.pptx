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6" r:id="rId7"/>
    <p:sldId id="264" r:id="rId8"/>
    <p:sldId id="267" r:id="rId9"/>
    <p:sldId id="259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3"/>
    <p:restoredTop sz="94619"/>
  </p:normalViewPr>
  <p:slideViewPr>
    <p:cSldViewPr snapToGrid="0">
      <p:cViewPr>
        <p:scale>
          <a:sx n="112" d="100"/>
          <a:sy n="112" d="100"/>
        </p:scale>
        <p:origin x="12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9F32-F233-8356-75E2-9A43C223B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69E5-FFF1-5865-70C0-DEE5FFBF8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66A89-88EF-F93C-12C8-93AA08C5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9EDC8-024F-646B-38D5-7D95DBF5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94D70-C2A7-D615-91A4-FBF8C935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6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1226-9A0D-35FE-B670-986F9005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E971F-83C2-059B-CE08-CE61259EE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D8E87-105C-E5AC-B038-3B8A82D4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CCAD5-6D6A-F727-09F5-E806C9D4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85DF-E72B-EF7F-423E-01A3F7B0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7680-642C-BDD1-8556-F8503B1C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20B71-2E92-C00D-1709-7D049C8FB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DD979-4FE8-4169-A57F-034A1001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BFD9C-71A7-4417-A56C-DB6D0D00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2B679-5345-D2C9-4B9C-A11B053E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3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199F-C0B6-A1C5-EAFE-945572A9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F78C-B810-4FB2-66EE-FD852BF41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CB186-183D-D6F9-BA66-6FDAAED6B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62390-7F15-602A-805D-0603A7D4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C938A-71D2-94F5-5206-4DF39166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327BF-C19F-569B-73C9-3001D7AE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4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BE23-5887-E425-1329-E2ACE63F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A9970-3B97-0158-EC04-104282173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4905F-821A-59D7-21E9-F54D2352A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47E7A-8D46-02AE-57A3-A676B390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7AC67-BAB8-8668-0C15-1FBBCA156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662B7-AB1F-0FA8-022A-576EA546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1DFB7-2F83-E287-AEB3-D9824C06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5F220-23A9-72D4-67E1-243DC335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8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2CF2-5611-ED99-36B5-C4FFA444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D2A6F-2AB3-A647-26E4-6E337D25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6D77B-9088-22A3-1887-37D71177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E0C51-B78F-2D77-69DD-13434B50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4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FF062-AFB9-97BD-4315-4BD18C8B7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0CF11-1121-249B-8776-90ACE59F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204D8-A7D6-CC6A-48E6-918B1507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8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6D0D-5C19-66AB-A3E6-EB590F06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3AD4-7D2F-2C42-5D07-484FC6346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30ACE-9926-6F83-F1B1-E73BFBEC8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0E321-2CD4-171A-00ED-C9C7F2CF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43A8E-FD86-32EB-E5E7-553C667A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72D53-90CF-0F7B-9D71-E90A8197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9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A687-6170-3B4F-BCEA-26B029E3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A0E2A-5513-AEA7-1FBA-D42862630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C0B39-F19D-5677-C63F-01994E5C2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B0690-53E6-1A4C-08A5-894E1D1D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4478A-5CD7-9ED4-B71F-ABDE3AB1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EE028-4F3D-E5AD-A0A0-FE359EDA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9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A5DE-B7B9-74E7-68A2-889363CA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2F9F2-96F7-790B-47F6-D8B85963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3AF49-B5DD-23E5-645E-E8BA28F2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2B267-E5F8-060B-D5B9-475B3BAE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3A2C-1DDC-BD4C-3ACE-DEB1461C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8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70C29-51D0-FBCD-DE58-C20E4F839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667CB-B1BC-6BD6-9E4E-59E685095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261D9-E593-6F25-CC12-BA144030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286E0-883C-64AA-1D66-7A087DB9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A4EB2-A24F-BB2D-E25F-416C030C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3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BC27C-5D68-87DB-AE7F-ADA73C13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FC8EB-8F7C-5296-2688-031FC11F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B89FD-FDF3-03E6-AF1D-C838CDD07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581C7-7676-0D4B-A43B-1938D906CC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D753F-20A2-5F98-7F22-A2A7A1B92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5C812-2291-44D5-0838-D8091B4AD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3B8F0-B78C-B745-BFA6-448DAF92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4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B7E1-B388-426A-BC5F-3FAC05BC1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Jan 27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DC482-4BB6-75F3-E152-990407B6A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110239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8239-4577-B16B-E550-1EE2C1D2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3D66-1177-7C81-869B-17DA2739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6772" cy="4351338"/>
          </a:xfrm>
        </p:spPr>
        <p:txBody>
          <a:bodyPr/>
          <a:lstStyle/>
          <a:p>
            <a:r>
              <a:rPr lang="en-US" dirty="0"/>
              <a:t>Broken into layers, modules, bars and paddles</a:t>
            </a:r>
          </a:p>
          <a:p>
            <a:r>
              <a:rPr lang="en-US" dirty="0"/>
              <a:t>Paddles vs Pixels</a:t>
            </a:r>
          </a:p>
          <a:p>
            <a:r>
              <a:rPr lang="en-US" dirty="0" err="1"/>
              <a:t>maPMT</a:t>
            </a:r>
            <a:r>
              <a:rPr lang="en-US" dirty="0"/>
              <a:t> 16 pixels but only 14 paddles (2 unused)</a:t>
            </a:r>
          </a:p>
          <a:p>
            <a:r>
              <a:rPr lang="en-US" dirty="0"/>
              <a:t>2352 (2688) total channels (pixels)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453F70E3-AF98-854F-D21C-47F09AD9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634" y="365125"/>
            <a:ext cx="3407167" cy="3308089"/>
          </a:xfrm>
          <a:prstGeom prst="rect">
            <a:avLst/>
          </a:prstGeom>
        </p:spPr>
      </p:pic>
      <p:pic>
        <p:nvPicPr>
          <p:cNvPr id="7" name="Picture 6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D45F2F3E-2EA3-8961-49FF-747F025A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58" y="3778714"/>
            <a:ext cx="4785123" cy="2714161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0FEE7992-87FF-E649-F920-41193C27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09" y="4989356"/>
            <a:ext cx="4420615" cy="89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A744-9A38-3DE2-3149-43A2DE02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Rates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7B0DC-8FD5-3ABF-5FC8-2AF3D5BC12F4}"/>
              </a:ext>
            </a:extLst>
          </p:cNvPr>
          <p:cNvSpPr txBox="1"/>
          <p:nvPr/>
        </p:nvSpPr>
        <p:spPr>
          <a:xfrm>
            <a:off x="9398643" y="230188"/>
            <a:ext cx="254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~627k events</a:t>
            </a:r>
          </a:p>
          <a:p>
            <a:r>
              <a:rPr lang="en-US" dirty="0"/>
              <a:t>Tot &gt;1ns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7181E76-CA65-B040-370E-A3261CF13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65566" y="2608148"/>
                <a:ext cx="4233267" cy="2969399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Rates vary a lot pixel to pixel</a:t>
                </a:r>
              </a:p>
              <a:p>
                <a:r>
                  <a:rPr lang="en-US" dirty="0"/>
                  <a:t>Problem we are trying to figure out</a:t>
                </a:r>
              </a:p>
              <a:p>
                <a:r>
                  <a:rPr lang="en-US" dirty="0"/>
                  <a:t>Not seen in test lab</a:t>
                </a:r>
              </a:p>
              <a:p>
                <a:r>
                  <a:rPr lang="en-US" dirty="0"/>
                  <a:t>Layer 1 rates higher than layer 2 as expected</a:t>
                </a:r>
              </a:p>
              <a:p>
                <a:r>
                  <a:rPr lang="en-US" dirty="0"/>
                  <a:t>Red line is average rate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7181E76-CA65-B040-370E-A3261CF13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5566" y="2608148"/>
                <a:ext cx="4233267" cy="2969399"/>
              </a:xfrm>
              <a:blipFill>
                <a:blip r:embed="rId2"/>
                <a:stretch>
                  <a:fillRect l="-1796" t="-851" r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A screenshot of a graph&#10;&#10;AI-generated content may be incorrect.">
            <a:extLst>
              <a:ext uri="{FF2B5EF4-FFF2-40B4-BE49-F238E27FC236}">
                <a16:creationId xmlns:a16="http://schemas.microsoft.com/office/drawing/2014/main" id="{F1017BC9-53EA-E72C-06A0-2584D76E5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7" y="1517654"/>
            <a:ext cx="7772400" cy="51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7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98BD-9A81-5BBE-5639-1CDADABA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D1D-D521-22F6-5B80-89892026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CDet Rates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33827-9E04-B0C5-9E38-480A5D648CE2}"/>
              </a:ext>
            </a:extLst>
          </p:cNvPr>
          <p:cNvSpPr txBox="1"/>
          <p:nvPr/>
        </p:nvSpPr>
        <p:spPr>
          <a:xfrm>
            <a:off x="9398643" y="230188"/>
            <a:ext cx="254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~627k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A2E69-56C3-9C14-D0B7-8B7D00395A6D}"/>
              </a:ext>
            </a:extLst>
          </p:cNvPr>
          <p:cNvSpPr txBox="1"/>
          <p:nvPr/>
        </p:nvSpPr>
        <p:spPr>
          <a:xfrm>
            <a:off x="9398643" y="230188"/>
            <a:ext cx="254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~627k events</a:t>
            </a:r>
          </a:p>
          <a:p>
            <a:r>
              <a:rPr lang="en-US" dirty="0"/>
              <a:t>Tot &gt;1ns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9">
                <a:extLst>
                  <a:ext uri="{FF2B5EF4-FFF2-40B4-BE49-F238E27FC236}">
                    <a16:creationId xmlns:a16="http://schemas.microsoft.com/office/drawing/2014/main" id="{DD60FAD7-AA1C-420D-FF85-B5D6C29A05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333" y="2550770"/>
                <a:ext cx="4233267" cy="29693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h𝑖𝑡𝑠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Rates vary a lot pixel to pixel</a:t>
                </a:r>
              </a:p>
              <a:p>
                <a:r>
                  <a:rPr lang="en-US" dirty="0"/>
                  <a:t>Problem we are trying to figure out</a:t>
                </a:r>
              </a:p>
              <a:p>
                <a:r>
                  <a:rPr lang="en-US" dirty="0"/>
                  <a:t>Not seen in test lab</a:t>
                </a:r>
              </a:p>
              <a:p>
                <a:r>
                  <a:rPr lang="en-US" dirty="0"/>
                  <a:t>Layer 1 rates higher than layer 2 as expected</a:t>
                </a:r>
              </a:p>
              <a:p>
                <a:r>
                  <a:rPr lang="en-US" dirty="0"/>
                  <a:t>Red line is average rate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4" name="Content Placeholder 9">
                <a:extLst>
                  <a:ext uri="{FF2B5EF4-FFF2-40B4-BE49-F238E27FC236}">
                    <a16:creationId xmlns:a16="http://schemas.microsoft.com/office/drawing/2014/main" id="{DD60FAD7-AA1C-420D-FF85-B5D6C29A0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33" y="2550770"/>
                <a:ext cx="4233267" cy="2969399"/>
              </a:xfrm>
              <a:prstGeom prst="rect">
                <a:avLst/>
              </a:prstGeom>
              <a:blipFill>
                <a:blip r:embed="rId2"/>
                <a:stretch>
                  <a:fillRect l="-1497" t="-851" r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0659537-3955-225C-4BFE-CCE86D59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585732"/>
            <a:ext cx="7772400" cy="514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7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39C8-C06A-F3C0-0EB0-F36A6153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Tot (Pixels 256-271)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A08F6A8-BDF2-C8E4-5978-1B7728DDD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85" y="1517597"/>
            <a:ext cx="7750684" cy="513824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5C0559-A6F1-7357-ED82-35A53CA402B9}"/>
              </a:ext>
            </a:extLst>
          </p:cNvPr>
          <p:cNvSpPr txBox="1"/>
          <p:nvPr/>
        </p:nvSpPr>
        <p:spPr>
          <a:xfrm>
            <a:off x="6398663" y="5866228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8B6C0-5E1F-6B7E-034B-D87C23CDBC31}"/>
              </a:ext>
            </a:extLst>
          </p:cNvPr>
          <p:cNvSpPr txBox="1"/>
          <p:nvPr/>
        </p:nvSpPr>
        <p:spPr>
          <a:xfrm>
            <a:off x="568789" y="5866228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AED8F8-D6A6-4A98-6E62-E37C2CD5572F}"/>
              </a:ext>
            </a:extLst>
          </p:cNvPr>
          <p:cNvSpPr txBox="1"/>
          <p:nvPr/>
        </p:nvSpPr>
        <p:spPr>
          <a:xfrm>
            <a:off x="7859769" y="2228091"/>
            <a:ext cx="42231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Similar shapes for each set of 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Shapes seem to indicate similar gain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Source of rate </a:t>
            </a:r>
            <a:r>
              <a:rPr lang="en-US" sz="2400" b="1" dirty="0"/>
              <a:t>probably</a:t>
            </a:r>
            <a:r>
              <a:rPr lang="en-US" sz="2400" dirty="0"/>
              <a:t> not from widely varying gain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Sensitive to noise threshold?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67ECB-E100-971A-E675-7417D8F90DAA}"/>
              </a:ext>
            </a:extLst>
          </p:cNvPr>
          <p:cNvSpPr txBox="1"/>
          <p:nvPr/>
        </p:nvSpPr>
        <p:spPr>
          <a:xfrm>
            <a:off x="6810635" y="1858759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408k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C9EE7E-03D3-D869-C860-D57282B7D489}"/>
              </a:ext>
            </a:extLst>
          </p:cNvPr>
          <p:cNvSpPr txBox="1"/>
          <p:nvPr/>
        </p:nvSpPr>
        <p:spPr>
          <a:xfrm>
            <a:off x="4915030" y="1858759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424k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0701E-1C0D-6C06-F5CB-BF306B62FC8F}"/>
              </a:ext>
            </a:extLst>
          </p:cNvPr>
          <p:cNvSpPr txBox="1"/>
          <p:nvPr/>
        </p:nvSpPr>
        <p:spPr>
          <a:xfrm>
            <a:off x="2862850" y="1858759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413k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8D9B1-BDB6-8EAF-C300-8B3B9B721D2F}"/>
              </a:ext>
            </a:extLst>
          </p:cNvPr>
          <p:cNvSpPr txBox="1"/>
          <p:nvPr/>
        </p:nvSpPr>
        <p:spPr>
          <a:xfrm>
            <a:off x="1108360" y="185875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19842-B782-96DD-2D19-5867BF2FD5D6}"/>
              </a:ext>
            </a:extLst>
          </p:cNvPr>
          <p:cNvSpPr txBox="1"/>
          <p:nvPr/>
        </p:nvSpPr>
        <p:spPr>
          <a:xfrm>
            <a:off x="1227623" y="305966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EE6E4-3D46-D41F-09EC-BDCB518AD38D}"/>
              </a:ext>
            </a:extLst>
          </p:cNvPr>
          <p:cNvSpPr txBox="1"/>
          <p:nvPr/>
        </p:nvSpPr>
        <p:spPr>
          <a:xfrm>
            <a:off x="3196435" y="305966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47k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842F3-C0C6-E881-64BE-3733B13FBB1F}"/>
              </a:ext>
            </a:extLst>
          </p:cNvPr>
          <p:cNvSpPr txBox="1"/>
          <p:nvPr/>
        </p:nvSpPr>
        <p:spPr>
          <a:xfrm>
            <a:off x="5036138" y="305966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135172-5EA8-9C36-B25F-B4EB2C55D468}"/>
              </a:ext>
            </a:extLst>
          </p:cNvPr>
          <p:cNvSpPr txBox="1"/>
          <p:nvPr/>
        </p:nvSpPr>
        <p:spPr>
          <a:xfrm>
            <a:off x="6938234" y="305966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40B5C2-A561-517F-9F99-FEB0841C64E3}"/>
              </a:ext>
            </a:extLst>
          </p:cNvPr>
          <p:cNvSpPr txBox="1"/>
          <p:nvPr/>
        </p:nvSpPr>
        <p:spPr>
          <a:xfrm>
            <a:off x="6934066" y="4278282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DF5B5-AFF0-BDFF-D4CB-F8252ADED1E9}"/>
              </a:ext>
            </a:extLst>
          </p:cNvPr>
          <p:cNvSpPr txBox="1"/>
          <p:nvPr/>
        </p:nvSpPr>
        <p:spPr>
          <a:xfrm>
            <a:off x="4912707" y="4260578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210k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479563-A12B-07F9-0397-97098A3D3409}"/>
              </a:ext>
            </a:extLst>
          </p:cNvPr>
          <p:cNvSpPr txBox="1"/>
          <p:nvPr/>
        </p:nvSpPr>
        <p:spPr>
          <a:xfrm>
            <a:off x="2983672" y="4278282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163k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6B3CC2-E5C5-FBB4-5A9D-66E87BD1E941}"/>
              </a:ext>
            </a:extLst>
          </p:cNvPr>
          <p:cNvSpPr txBox="1"/>
          <p:nvPr/>
        </p:nvSpPr>
        <p:spPr>
          <a:xfrm>
            <a:off x="1003673" y="42782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F8C9B5-0EB9-DB05-9634-7B2F59EDDA6D}"/>
              </a:ext>
            </a:extLst>
          </p:cNvPr>
          <p:cNvSpPr txBox="1"/>
          <p:nvPr/>
        </p:nvSpPr>
        <p:spPr>
          <a:xfrm>
            <a:off x="3095025" y="54791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73k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50B94-C00C-CEC7-2BB2-3B0348F1119B}"/>
              </a:ext>
            </a:extLst>
          </p:cNvPr>
          <p:cNvSpPr txBox="1"/>
          <p:nvPr/>
        </p:nvSpPr>
        <p:spPr>
          <a:xfrm>
            <a:off x="4974422" y="5496896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41k</a:t>
            </a:r>
          </a:p>
        </p:txBody>
      </p:sp>
    </p:spTree>
    <p:extLst>
      <p:ext uri="{BB962C8B-B14F-4D97-AF65-F5344CB8AC3E}">
        <p14:creationId xmlns:p14="http://schemas.microsoft.com/office/powerpoint/2010/main" val="41161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2119-277B-246D-71FB-17A6BCB1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Tot w/ average tot cut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01F55B3-48C6-34CC-C5E9-8D32DF6D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7" y="1309040"/>
            <a:ext cx="8233886" cy="5491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F50654-4E5A-C62B-6435-A8F2A0DA77DE}"/>
              </a:ext>
            </a:extLst>
          </p:cNvPr>
          <p:cNvSpPr txBox="1"/>
          <p:nvPr/>
        </p:nvSpPr>
        <p:spPr>
          <a:xfrm>
            <a:off x="3048045" y="1852870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95FAB-442B-FF43-D568-84A9A67D7C40}"/>
              </a:ext>
            </a:extLst>
          </p:cNvPr>
          <p:cNvSpPr txBox="1"/>
          <p:nvPr/>
        </p:nvSpPr>
        <p:spPr>
          <a:xfrm>
            <a:off x="5237589" y="185287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149k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6F0CE-9344-C2AE-248E-957971C01349}"/>
              </a:ext>
            </a:extLst>
          </p:cNvPr>
          <p:cNvSpPr txBox="1"/>
          <p:nvPr/>
        </p:nvSpPr>
        <p:spPr>
          <a:xfrm>
            <a:off x="7058881" y="185287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159k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3D510-5CF5-6AD8-EC7E-ED969E0F3423}"/>
              </a:ext>
            </a:extLst>
          </p:cNvPr>
          <p:cNvSpPr txBox="1"/>
          <p:nvPr/>
        </p:nvSpPr>
        <p:spPr>
          <a:xfrm>
            <a:off x="9109529" y="185287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152k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C5646A-96D5-6281-A95E-11CAEF7123D3}"/>
              </a:ext>
            </a:extLst>
          </p:cNvPr>
          <p:cNvSpPr txBox="1"/>
          <p:nvPr/>
        </p:nvSpPr>
        <p:spPr>
          <a:xfrm>
            <a:off x="3048045" y="316611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C3D07-78C1-B00A-F4D7-10AE2143B791}"/>
              </a:ext>
            </a:extLst>
          </p:cNvPr>
          <p:cNvSpPr txBox="1"/>
          <p:nvPr/>
        </p:nvSpPr>
        <p:spPr>
          <a:xfrm>
            <a:off x="5237589" y="316611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F0713-8B87-1EE2-A63B-1A83DF698C8B}"/>
              </a:ext>
            </a:extLst>
          </p:cNvPr>
          <p:cNvSpPr txBox="1"/>
          <p:nvPr/>
        </p:nvSpPr>
        <p:spPr>
          <a:xfrm>
            <a:off x="7386452" y="316611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7E2FA-B3E5-DD11-88CF-6CBE583A86FD}"/>
              </a:ext>
            </a:extLst>
          </p:cNvPr>
          <p:cNvSpPr txBox="1"/>
          <p:nvPr/>
        </p:nvSpPr>
        <p:spPr>
          <a:xfrm>
            <a:off x="9443114" y="316611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35k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CE3CE7-7284-F091-A01C-BE54C47E70C5}"/>
              </a:ext>
            </a:extLst>
          </p:cNvPr>
          <p:cNvSpPr txBox="1"/>
          <p:nvPr/>
        </p:nvSpPr>
        <p:spPr>
          <a:xfrm>
            <a:off x="3048045" y="445113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E9B2D-0EE5-AFB4-2663-B8472EBE471A}"/>
              </a:ext>
            </a:extLst>
          </p:cNvPr>
          <p:cNvSpPr txBox="1"/>
          <p:nvPr/>
        </p:nvSpPr>
        <p:spPr>
          <a:xfrm>
            <a:off x="5237589" y="447936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A3B1D-044C-1C24-B98D-77120A824824}"/>
              </a:ext>
            </a:extLst>
          </p:cNvPr>
          <p:cNvSpPr txBox="1"/>
          <p:nvPr/>
        </p:nvSpPr>
        <p:spPr>
          <a:xfrm>
            <a:off x="7187873" y="447936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0C5FE-D403-8176-B24C-479138477CBE}"/>
              </a:ext>
            </a:extLst>
          </p:cNvPr>
          <p:cNvSpPr txBox="1"/>
          <p:nvPr/>
        </p:nvSpPr>
        <p:spPr>
          <a:xfrm>
            <a:off x="9292504" y="447936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56k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76789-C213-F384-1474-9EA57FB3CD32}"/>
              </a:ext>
            </a:extLst>
          </p:cNvPr>
          <p:cNvSpPr txBox="1"/>
          <p:nvPr/>
        </p:nvSpPr>
        <p:spPr>
          <a:xfrm>
            <a:off x="5214348" y="579261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080BA-7059-A0F9-D0D8-F7149D09202B}"/>
              </a:ext>
            </a:extLst>
          </p:cNvPr>
          <p:cNvSpPr txBox="1"/>
          <p:nvPr/>
        </p:nvSpPr>
        <p:spPr>
          <a:xfrm>
            <a:off x="7187873" y="579261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19k</a:t>
            </a:r>
          </a:p>
        </p:txBody>
      </p:sp>
    </p:spTree>
    <p:extLst>
      <p:ext uri="{BB962C8B-B14F-4D97-AF65-F5344CB8AC3E}">
        <p14:creationId xmlns:p14="http://schemas.microsoft.com/office/powerpoint/2010/main" val="353635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AA86-9C0B-BBAD-5173-03023F91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Tot</a:t>
            </a:r>
          </a:p>
        </p:txBody>
      </p:sp>
      <p:pic>
        <p:nvPicPr>
          <p:cNvPr id="5" name="Content Placeholder 4" descr="A graph of blue lines&#10;&#10;AI-generated content may be incorrect.">
            <a:extLst>
              <a:ext uri="{FF2B5EF4-FFF2-40B4-BE49-F238E27FC236}">
                <a16:creationId xmlns:a16="http://schemas.microsoft.com/office/drawing/2014/main" id="{52EDC823-C9E7-F70D-AC7D-98CE56FC3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95" y="1906648"/>
            <a:ext cx="975907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63A1A2-1989-D743-1401-2C6B6342ABCD}"/>
              </a:ext>
            </a:extLst>
          </p:cNvPr>
          <p:cNvSpPr txBox="1"/>
          <p:nvPr/>
        </p:nvSpPr>
        <p:spPr>
          <a:xfrm>
            <a:off x="9910665" y="3712985"/>
            <a:ext cx="1978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~ 12-15ns</a:t>
            </a:r>
          </a:p>
        </p:txBody>
      </p:sp>
    </p:spTree>
    <p:extLst>
      <p:ext uri="{BB962C8B-B14F-4D97-AF65-F5344CB8AC3E}">
        <p14:creationId xmlns:p14="http://schemas.microsoft.com/office/powerpoint/2010/main" val="311199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D09DE1EB-C4FC-70BC-D5C3-B057C8230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1727" y="2407534"/>
            <a:ext cx="7900273" cy="3388748"/>
          </a:xfr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4AE22115-3093-86F2-1C9E-237212748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0861"/>
            <a:ext cx="4470400" cy="431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6B79D05-5E9D-9FE7-771D-C0DFAA7B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Average Tot</a:t>
            </a:r>
          </a:p>
        </p:txBody>
      </p:sp>
    </p:spTree>
    <p:extLst>
      <p:ext uri="{BB962C8B-B14F-4D97-AF65-F5344CB8AC3E}">
        <p14:creationId xmlns:p14="http://schemas.microsoft.com/office/powerpoint/2010/main" val="291980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4E00-1FB5-F011-ED9E-981CBCB9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Rates w/ average TOT cut</a:t>
            </a:r>
          </a:p>
        </p:txBody>
      </p:sp>
      <p:pic>
        <p:nvPicPr>
          <p:cNvPr id="10" name="Content Placeholder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2042353-0526-CAC6-7B0B-3D4F5DBDF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80" y="1586474"/>
            <a:ext cx="7951846" cy="5271526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2C027D-96FB-17D5-F7B4-3370949D1808}"/>
                  </a:ext>
                </a:extLst>
              </p:cNvPr>
              <p:cNvSpPr txBox="1"/>
              <p:nvPr/>
            </p:nvSpPr>
            <p:spPr>
              <a:xfrm>
                <a:off x="8206452" y="3429000"/>
                <a:ext cx="38161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Count hit in pixel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𝑎𝑣𝑒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Drastically reduces rate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2C027D-96FB-17D5-F7B4-3370949D1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452" y="3429000"/>
                <a:ext cx="3816168" cy="1200329"/>
              </a:xfrm>
              <a:prstGeom prst="rect">
                <a:avLst/>
              </a:prstGeom>
              <a:blipFill>
                <a:blip r:embed="rId3"/>
                <a:stretch>
                  <a:fillRect l="-2326" t="-5263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05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F959-AE9C-C3D9-7916-5CAC5123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8C65D-A354-0043-B234-79613044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Rates w/ average TOT cut</a:t>
            </a:r>
          </a:p>
        </p:txBody>
      </p:sp>
      <p:pic>
        <p:nvPicPr>
          <p:cNvPr id="11" name="Content Placeholder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46846C5-D2DF-F11E-6A1B-7C29288D5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9601" y="1530202"/>
            <a:ext cx="8012399" cy="5327797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B0DCD3-B5EA-F094-6DD7-9F57F70DB649}"/>
                  </a:ext>
                </a:extLst>
              </p:cNvPr>
              <p:cNvSpPr txBox="1"/>
              <p:nvPr/>
            </p:nvSpPr>
            <p:spPr>
              <a:xfrm>
                <a:off x="363433" y="3593935"/>
                <a:ext cx="38161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Count hit in pixel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𝑇𝑜𝑡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𝑎𝑣𝑒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Drastically reduces rate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B0DCD3-B5EA-F094-6DD7-9F57F70DB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3" y="3593935"/>
                <a:ext cx="3816168" cy="1200329"/>
              </a:xfrm>
              <a:prstGeom prst="rect">
                <a:avLst/>
              </a:prstGeom>
              <a:blipFill>
                <a:blip r:embed="rId3"/>
                <a:stretch>
                  <a:fillRect l="-1987" t="-5263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637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0032-6920-51FC-CAE1-F09B2600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63" y="92551"/>
            <a:ext cx="10515600" cy="1325563"/>
          </a:xfrm>
        </p:spPr>
        <p:txBody>
          <a:bodyPr/>
          <a:lstStyle/>
          <a:p>
            <a:r>
              <a:rPr lang="en-US" dirty="0"/>
              <a:t>BACKUP</a:t>
            </a: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A884D60-835F-E1A7-8425-9BF7175E9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249" y="1226938"/>
            <a:ext cx="8380070" cy="5538511"/>
          </a:xfrm>
        </p:spPr>
      </p:pic>
    </p:spTree>
    <p:extLst>
      <p:ext uri="{BB962C8B-B14F-4D97-AF65-F5344CB8AC3E}">
        <p14:creationId xmlns:p14="http://schemas.microsoft.com/office/powerpoint/2010/main" val="403244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257</Words>
  <Application>Microsoft Macintosh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Jan 27th Update</vt:lpstr>
      <vt:lpstr>Coordinate Detector</vt:lpstr>
      <vt:lpstr>CDet Rates </vt:lpstr>
      <vt:lpstr>CDet Rates </vt:lpstr>
      <vt:lpstr>CDet Tot (Pixels 256-271)</vt:lpstr>
      <vt:lpstr>CDet Tot w/ average tot cut</vt:lpstr>
      <vt:lpstr>Average Tot</vt:lpstr>
      <vt:lpstr>Average Tot</vt:lpstr>
      <vt:lpstr>CDet Rates w/ average TOT cut</vt:lpstr>
      <vt:lpstr>CDet Rates w/ average TOT cut</vt:lpstr>
      <vt:lpstr>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53</cp:revision>
  <dcterms:created xsi:type="dcterms:W3CDTF">2026-01-26T15:42:40Z</dcterms:created>
  <dcterms:modified xsi:type="dcterms:W3CDTF">2026-01-27T16:52:45Z</dcterms:modified>
</cp:coreProperties>
</file>