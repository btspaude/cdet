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8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595"/>
  </p:normalViewPr>
  <p:slideViewPr>
    <p:cSldViewPr snapToGrid="0">
      <p:cViewPr>
        <p:scale>
          <a:sx n="97" d="100"/>
          <a:sy n="97" d="100"/>
        </p:scale>
        <p:origin x="108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C1286-7EC3-7636-7407-8786DAEA4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709435-E6B6-BEF8-5933-2BC2ACE6C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EE61D-DE8E-BA9B-CB2F-FC30B6149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5C33-9E49-2E4C-AA6F-10601E2FFAC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CC71C-7589-026E-CBD8-01DC52BE6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2B5E2-14E4-F70D-F5D5-C7EBA2D7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4D4EE-A70E-FB40-A7B0-5A2641C2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3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BF36-43A8-1E17-7597-C42E361DA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4CF11-8EA9-510A-5822-C2254D717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F8AE-5CB1-878F-B982-3047C853C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5C33-9E49-2E4C-AA6F-10601E2FFAC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57500-0B46-2EBC-9B00-0E7989D26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E583B-00EC-9EE4-D24E-1214A516B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4D4EE-A70E-FB40-A7B0-5A2641C2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1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5D9BF-C970-DCFC-784A-26CD64874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6DD42-29D3-F689-749F-7F53601C6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9A310-C5EE-820B-C274-0C481BFE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5C33-9E49-2E4C-AA6F-10601E2FFAC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0749E-6CA6-431B-44BD-E09DBEF62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E71C4-BD80-9F58-DDC3-95685493F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4D4EE-A70E-FB40-A7B0-5A2641C2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5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51522-89C1-A7FE-9E0E-8DB90B7F0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BA377-A2AF-D2CF-641D-12BEE32605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11191-854B-9C36-CCBF-93B9DEE78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C92F6-27A2-AD42-C617-ADADA93D6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5C33-9E49-2E4C-AA6F-10601E2FFAC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386A3-EA5D-D194-CB26-49770397E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4D73B-A3EC-E221-1B90-32D21819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4D4EE-A70E-FB40-A7B0-5A2641C2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16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E359F-F668-7976-0F66-ECD35C10A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8A55C-8B13-1603-CCE3-F2EC73255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9678F-2A9D-5D50-AF5F-FCC80D0D4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3FEB4-1817-A127-97A4-0A47B0B4BA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B38FF4-2CAB-581F-880A-2C25E3FA2B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72C234-8E37-D47A-AACF-F6AAA9A5A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5C33-9E49-2E4C-AA6F-10601E2FFAC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E3FB15-1D86-6530-CDD7-2DD5CCEE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B6CED5-8892-CF12-8B8B-51D9A228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4D4EE-A70E-FB40-A7B0-5A2641C2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8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628F-1F0C-692B-DD45-A583B8F23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FA493-491A-D5A3-7053-95206B8CD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5C33-9E49-2E4C-AA6F-10601E2FFAC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3307E-4E01-F226-9FC0-0EF900BC3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71DDC-C446-B5FB-9D0E-B6B12A728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4D4EE-A70E-FB40-A7B0-5A2641C2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ABABA6-E3F1-2369-B5D9-76A105F79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5C33-9E49-2E4C-AA6F-10601E2FFAC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62FF31-5F9D-6A95-EFC2-56FCBC0EF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5AE83-ECCB-92D7-5456-5571D90B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4D4EE-A70E-FB40-A7B0-5A2641C2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233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1F8A-1F25-009E-5BC3-9379370E5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12739-C127-9589-392D-661FAFE0A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25D8D-8E9E-011D-5A1C-0FF7AF760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0D3FA-743B-5E14-795C-E3A4063D2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5C33-9E49-2E4C-AA6F-10601E2FFAC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42317-6596-A6AC-F2B2-32119A58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A879A-1214-ED6A-50EF-6DEE4421B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4D4EE-A70E-FB40-A7B0-5A2641C2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45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135CE-6BA4-A6F2-100F-5119DE28B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E0C29-41CB-F777-5238-F549269769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5980C-2276-7C5E-134C-3FA387310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EDF9A-17ED-57E4-5504-BAD46E791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5C33-9E49-2E4C-AA6F-10601E2FFAC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B480D-58EA-C7A1-50E1-606A579A6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B4DE2-57B8-1474-1254-E600A1687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4D4EE-A70E-FB40-A7B0-5A2641C2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68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497F8-408A-01A2-80B3-B6FF22A55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C22E7-E101-A696-A742-E047E0F65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7E42A-7F4F-5D9A-2842-3AB4DEC58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5C33-9E49-2E4C-AA6F-10601E2FFAC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F6670-7042-855C-722C-2D12D37E0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0E963-7133-CEF6-F9E4-4EAE9615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4D4EE-A70E-FB40-A7B0-5A2641C2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91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35CB95-98A3-4163-3CE8-023EFC936E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15AA1E-641A-B3A4-2035-FEDB8CD66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C2814-2AEF-82CD-26D9-99673B740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5C33-9E49-2E4C-AA6F-10601E2FFAC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EACC2-30DF-DFB5-26B2-4F1CD26DE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C627E-7BBC-5793-F8E3-C0F185F3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4D4EE-A70E-FB40-A7B0-5A2641C2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42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752F2F-8049-8315-12EA-735B117E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DCED8-73DE-F04B-7222-60336696F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E39D1-6567-B76D-2CA2-E260197DF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05C33-9E49-2E4C-AA6F-10601E2FFAC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39E8D-4E35-3D6B-613C-8EE4406C8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FE670-FD0D-4C93-9788-9136B5AFF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14D4EE-A70E-FB40-A7B0-5A2641C2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94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A2AE9-91BD-7331-B8EA-1AB2C34DC3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October 7</a:t>
            </a:r>
            <a:r>
              <a:rPr lang="en-US" baseline="30000" dirty="0"/>
              <a:t>th</a:t>
            </a:r>
            <a:r>
              <a:rPr lang="en-US" dirty="0"/>
              <a:t>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F9FF6-2F7B-AC39-E5B1-41EEAAC815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 Spaude</a:t>
            </a:r>
          </a:p>
        </p:txBody>
      </p:sp>
    </p:spTree>
    <p:extLst>
      <p:ext uri="{BB962C8B-B14F-4D97-AF65-F5344CB8AC3E}">
        <p14:creationId xmlns:p14="http://schemas.microsoft.com/office/powerpoint/2010/main" val="319312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B8239-4577-B16B-E550-1EE2C1D2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Detector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93D66-1177-7C81-869B-17DA2739A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88823" cy="4351338"/>
          </a:xfrm>
        </p:spPr>
        <p:txBody>
          <a:bodyPr/>
          <a:lstStyle/>
          <a:p>
            <a:r>
              <a:rPr lang="en-US" dirty="0"/>
              <a:t>Plastic Scintillating Detector (Vinyl toluene)</a:t>
            </a:r>
          </a:p>
          <a:p>
            <a:r>
              <a:rPr lang="en-US" dirty="0"/>
              <a:t>Broken into layers, modules, bars and paddles</a:t>
            </a:r>
          </a:p>
          <a:p>
            <a:r>
              <a:rPr lang="en-US" dirty="0" err="1"/>
              <a:t>maPMT</a:t>
            </a:r>
            <a:r>
              <a:rPr lang="en-US" dirty="0"/>
              <a:t> &amp; NINO Cards</a:t>
            </a:r>
          </a:p>
          <a:p>
            <a:r>
              <a:rPr lang="en-US" dirty="0"/>
              <a:t>Can utilize ADC or TDC signals</a:t>
            </a:r>
          </a:p>
          <a:p>
            <a:r>
              <a:rPr lang="en-US" dirty="0"/>
              <a:t>2352 total channels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diagram of a mirror and a mirror&#10;&#10;AI-generated content may be incorrect.">
            <a:extLst>
              <a:ext uri="{FF2B5EF4-FFF2-40B4-BE49-F238E27FC236}">
                <a16:creationId xmlns:a16="http://schemas.microsoft.com/office/drawing/2014/main" id="{453F70E3-AF98-854F-D21C-47F09AD9D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527" y="365125"/>
            <a:ext cx="3407167" cy="3308089"/>
          </a:xfrm>
          <a:prstGeom prst="rect">
            <a:avLst/>
          </a:prstGeom>
        </p:spPr>
      </p:pic>
      <p:pic>
        <p:nvPicPr>
          <p:cNvPr id="7" name="Picture 6" descr="A diagram of a mirror and a mirror&#10;&#10;AI-generated content may be incorrect.">
            <a:extLst>
              <a:ext uri="{FF2B5EF4-FFF2-40B4-BE49-F238E27FC236}">
                <a16:creationId xmlns:a16="http://schemas.microsoft.com/office/drawing/2014/main" id="{D45F2F3E-2EA3-8961-49FF-747F025AF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132" y="3786483"/>
            <a:ext cx="4785123" cy="2714161"/>
          </a:xfrm>
          <a:prstGeom prst="rect">
            <a:avLst/>
          </a:prstGeom>
        </p:spPr>
      </p:pic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0FEE7992-87FF-E649-F920-41193C27D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96" y="5602814"/>
            <a:ext cx="4420615" cy="897830"/>
          </a:xfrm>
          <a:prstGeom prst="rect">
            <a:avLst/>
          </a:prstGeom>
        </p:spPr>
      </p:pic>
      <p:pic>
        <p:nvPicPr>
          <p:cNvPr id="6" name="Picture 5" descr="A blue and grey metal structure&#10;&#10;AI-generated content may be incorrect.">
            <a:extLst>
              <a:ext uri="{FF2B5EF4-FFF2-40B4-BE49-F238E27FC236}">
                <a16:creationId xmlns:a16="http://schemas.microsoft.com/office/drawing/2014/main" id="{6421FCEC-F511-4474-3B2C-C3E92DD416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5198" y="365125"/>
            <a:ext cx="20574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43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356E75-6C73-6698-AC8C-0B55B54BA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0369" y="0"/>
            <a:ext cx="8651631" cy="686935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0A4925-86F9-9C71-8516-69645456226A}"/>
              </a:ext>
            </a:extLst>
          </p:cNvPr>
          <p:cNvSpPr txBox="1"/>
          <p:nvPr/>
        </p:nvSpPr>
        <p:spPr>
          <a:xfrm>
            <a:off x="309489" y="3105834"/>
            <a:ext cx="323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“Raw” – All data w/ timing cuts</a:t>
            </a:r>
          </a:p>
          <a:p>
            <a:r>
              <a:rPr lang="en-US" dirty="0"/>
              <a:t>“Good” – has position cuts</a:t>
            </a:r>
          </a:p>
        </p:txBody>
      </p:sp>
    </p:spTree>
    <p:extLst>
      <p:ext uri="{BB962C8B-B14F-4D97-AF65-F5344CB8AC3E}">
        <p14:creationId xmlns:p14="http://schemas.microsoft.com/office/powerpoint/2010/main" val="2297170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8">
            <a:extLst>
              <a:ext uri="{FF2B5EF4-FFF2-40B4-BE49-F238E27FC236}">
                <a16:creationId xmlns:a16="http://schemas.microsoft.com/office/drawing/2014/main" id="{43754EFE-CC2D-2A54-B8A7-BB8756628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5296" y="2868475"/>
            <a:ext cx="2942813" cy="3540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2ns “pulse” due to firmware, 2ns bit divided by fine-time calibration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9545B9D-A888-F795-D094-E2ADF8687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68" y="-28436"/>
            <a:ext cx="6742950" cy="643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29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11F0DA-C45E-48D9-B156-42F7287D6C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8637324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57146F-479E-5C32-EEB4-BC2ED6E04EF8}"/>
              </a:ext>
            </a:extLst>
          </p:cNvPr>
          <p:cNvSpPr txBox="1"/>
          <p:nvPr/>
        </p:nvSpPr>
        <p:spPr>
          <a:xfrm>
            <a:off x="9085384" y="2413337"/>
            <a:ext cx="29307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 Signal typically comes in at LE~50ns</a:t>
            </a:r>
          </a:p>
          <a:p>
            <a:endParaRPr lang="en-US" dirty="0"/>
          </a:p>
          <a:p>
            <a:r>
              <a:rPr lang="en-US" dirty="0"/>
              <a:t>Should always come in at approx. same time-jitter in trigger causes deviation in ref signal LE time </a:t>
            </a:r>
          </a:p>
        </p:txBody>
      </p:sp>
    </p:spTree>
    <p:extLst>
      <p:ext uri="{BB962C8B-B14F-4D97-AF65-F5344CB8AC3E}">
        <p14:creationId xmlns:p14="http://schemas.microsoft.com/office/powerpoint/2010/main" val="2065510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ECF1318-44BF-CF5C-6AC4-F5FB0AC7E69B}"/>
              </a:ext>
            </a:extLst>
          </p:cNvPr>
          <p:cNvSpPr txBox="1"/>
          <p:nvPr/>
        </p:nvSpPr>
        <p:spPr>
          <a:xfrm>
            <a:off x="8508774" y="2993712"/>
            <a:ext cx="34877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Missing a couple bars &amp; paddles</a:t>
            </a:r>
          </a:p>
          <a:p>
            <a:r>
              <a:rPr lang="en-US" dirty="0"/>
              <a:t>Where missing in layer 1, present in layer 2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203380-5284-EA67-0D1C-66A5FCEC1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2754"/>
            <a:ext cx="8508774" cy="6805246"/>
          </a:xfrm>
        </p:spPr>
      </p:pic>
    </p:spTree>
    <p:extLst>
      <p:ext uri="{BB962C8B-B14F-4D97-AF65-F5344CB8AC3E}">
        <p14:creationId xmlns:p14="http://schemas.microsoft.com/office/powerpoint/2010/main" val="833901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829E-0933-AEA5-A058-C533E12F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6AF469-205F-02E9-EACB-B58E43321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1153"/>
          <a:stretch>
            <a:fillRect/>
          </a:stretch>
        </p:blipFill>
        <p:spPr>
          <a:xfrm>
            <a:off x="0" y="182562"/>
            <a:ext cx="11880991" cy="6492875"/>
          </a:xfrm>
        </p:spPr>
      </p:pic>
    </p:spTree>
    <p:extLst>
      <p:ext uri="{BB962C8B-B14F-4D97-AF65-F5344CB8AC3E}">
        <p14:creationId xmlns:p14="http://schemas.microsoft.com/office/powerpoint/2010/main" val="683567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698994-AB14-CDA0-04D0-1012257784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2726" y="7880"/>
            <a:ext cx="8426548" cy="6842239"/>
          </a:xfrm>
        </p:spPr>
      </p:pic>
    </p:spTree>
    <p:extLst>
      <p:ext uri="{BB962C8B-B14F-4D97-AF65-F5344CB8AC3E}">
        <p14:creationId xmlns:p14="http://schemas.microsoft.com/office/powerpoint/2010/main" val="1433492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677040-DC5B-F4AF-3B73-26CDF36E1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41871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D19EC2-E2F1-9DCE-D82E-CD3052B4FDFB}"/>
              </a:ext>
            </a:extLst>
          </p:cNvPr>
          <p:cNvSpPr txBox="1"/>
          <p:nvPr/>
        </p:nvSpPr>
        <p:spPr>
          <a:xfrm>
            <a:off x="9268379" y="539262"/>
            <a:ext cx="2923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*Should say Paddle, not bar</a:t>
            </a:r>
          </a:p>
        </p:txBody>
      </p:sp>
    </p:spTree>
    <p:extLst>
      <p:ext uri="{BB962C8B-B14F-4D97-AF65-F5344CB8AC3E}">
        <p14:creationId xmlns:p14="http://schemas.microsoft.com/office/powerpoint/2010/main" val="2088828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8EC0F-29F7-58BD-FD97-D9A5F1D7C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SLIDES</a:t>
            </a:r>
          </a:p>
        </p:txBody>
      </p:sp>
    </p:spTree>
    <p:extLst>
      <p:ext uri="{BB962C8B-B14F-4D97-AF65-F5344CB8AC3E}">
        <p14:creationId xmlns:p14="http://schemas.microsoft.com/office/powerpoint/2010/main" val="2243203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E493E-FB12-00CC-FE6A-D52DFECC4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B486CF7-3B8B-94BF-0051-40ECE504C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8701938" cy="6858000"/>
          </a:xfrm>
        </p:spPr>
      </p:pic>
    </p:spTree>
    <p:extLst>
      <p:ext uri="{BB962C8B-B14F-4D97-AF65-F5344CB8AC3E}">
        <p14:creationId xmlns:p14="http://schemas.microsoft.com/office/powerpoint/2010/main" val="2235989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13FA-7D19-D39C-E80F-635B1B84D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CED1762D-8C66-95C7-5EB6-4528DFCDD6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8716878" cy="6858000"/>
          </a:xfrm>
        </p:spPr>
      </p:pic>
    </p:spTree>
    <p:extLst>
      <p:ext uri="{BB962C8B-B14F-4D97-AF65-F5344CB8AC3E}">
        <p14:creationId xmlns:p14="http://schemas.microsoft.com/office/powerpoint/2010/main" val="759486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6003</TotalTime>
  <Words>119</Words>
  <Application>Microsoft Macintosh PowerPoint</Application>
  <PresentationFormat>Widescreen</PresentationFormat>
  <Paragraphs>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October 7th Update</vt:lpstr>
      <vt:lpstr>Coordinate Detector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BACKUP SLIDES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Spaude, Ben</dc:creator>
  <cp:lastModifiedBy>Spaude, Ben</cp:lastModifiedBy>
  <cp:revision>21</cp:revision>
  <dcterms:created xsi:type="dcterms:W3CDTF">2025-10-03T14:22:01Z</dcterms:created>
  <dcterms:modified xsi:type="dcterms:W3CDTF">2025-10-07T23:52:54Z</dcterms:modified>
</cp:coreProperties>
</file>